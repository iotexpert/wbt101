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 varScale="1">
        <p:scale>
          <a:sx n="95" d="100"/>
          <a:sy n="95" d="100"/>
        </p:scale>
        <p:origin x="19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1/9/2019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180" y="3444788"/>
            <a:ext cx="3847453" cy="288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/>
              <a:t>Greg Landry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/>
              <a:t>Version 3.1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01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351</Words>
  <Application>Microsoft Office PowerPoint</Application>
  <PresentationFormat>Letter Paper (8.5x11 in)</PresentationFormat>
  <Paragraphs>26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52</cp:revision>
  <cp:lastPrinted>2017-10-25T14:21:05Z</cp:lastPrinted>
  <dcterms:created xsi:type="dcterms:W3CDTF">2016-10-21T14:02:28Z</dcterms:created>
  <dcterms:modified xsi:type="dcterms:W3CDTF">2019-01-09T16:30:13Z</dcterms:modified>
</cp:coreProperties>
</file>