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>
        <p:scale>
          <a:sx n="100" d="100"/>
          <a:sy n="100" d="100"/>
        </p:scale>
        <p:origin x="1023" y="-30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4/18/2019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180" y="3444788"/>
            <a:ext cx="3847453" cy="288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 dirty="0"/>
              <a:t>Greg Landry</a:t>
            </a:r>
          </a:p>
          <a:p>
            <a:pPr algn="ctr"/>
            <a:r>
              <a:rPr lang="en-US" sz="2400" dirty="0"/>
              <a:t>Mark Saunders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Version 4.1</a:t>
            </a:r>
          </a:p>
        </p:txBody>
      </p:sp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Matt Landrum, Scott Atkins, and Raul Hernandez for providing material and comments for the conversion of the class from WICED Studio to ModusToolbox.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379</Words>
  <Application>Microsoft Office PowerPoint</Application>
  <PresentationFormat>Letter Paper (8.5x11 in)</PresentationFormat>
  <Paragraphs>29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57</cp:revision>
  <cp:lastPrinted>2017-10-25T14:21:05Z</cp:lastPrinted>
  <dcterms:created xsi:type="dcterms:W3CDTF">2016-10-21T14:02:28Z</dcterms:created>
  <dcterms:modified xsi:type="dcterms:W3CDTF">2019-04-18T17:53:26Z</dcterms:modified>
</cp:coreProperties>
</file>